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11"/>
  </p:normalViewPr>
  <p:slideViewPr>
    <p:cSldViewPr snapToGrid="0">
      <p:cViewPr varScale="1">
        <p:scale>
          <a:sx n="102" d="100"/>
          <a:sy n="102" d="100"/>
        </p:scale>
        <p:origin x="114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0D334-1994-B641-94FE-134E7F3A47CD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CD616-DA15-D64F-91AD-8433BF867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4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CD616-DA15-D64F-91AD-8433BF8673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11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9E864-4E1E-E226-5C56-BC6A039BF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29BB7-D794-F693-1DB3-D0E745EE2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0569B-921D-927A-74B8-C68C8BD1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4BBB1-D3C3-90E1-3542-E184698C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E549B-CA77-CE43-48D3-3C0A0822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4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C8A6-816E-026E-F11E-2AA88078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6551E-4CDD-0B72-1C7F-603001747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70FEE-E786-3331-48B9-0947DDDA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AF159-8A76-8E58-B47E-F412AD81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36FDF-8676-784D-937E-79F4A0CA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97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996A-FF9D-7FC0-A934-10052DD6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8E18E-30DD-A425-4BDE-A6BFCBD3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CCA5E-4F1B-7A02-30CA-5A138F6F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D6CF-2152-61BE-2395-75FCC6AF9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7DA7-37B0-01AC-5AD2-B8433211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4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C7AC-03A2-32C0-D988-5140AFFE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697B3-D390-D146-C956-EBCB366A3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66BB5-B33A-BF4C-6167-9D5761395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D0E60-4D36-3A22-27BD-1711DA7A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EF286-749B-58A7-17CA-E33F3573E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F9113-3F2A-D49A-03BC-B5EB24CB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2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22A6-6BB6-BCDB-6115-483F27AB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140E2-EF1F-3AB7-3706-423844C74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C3471-E8DA-4B6A-ED5C-69C63A8D4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0769EF-E6FC-F4EE-CD4D-5C1B4FE14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ECFD6-301F-6644-140F-CB133F6CB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3E67E-C54A-C2E7-6F76-8D2C316E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0A04B-A22C-6B71-8C69-0F36AE39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A914DC-1949-25ED-C181-157F73C8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2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12DC-8707-3C66-A417-EDACC316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D0021-BFB4-E488-2D44-7AB26D88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5F08E-DB87-9CB7-5F80-18709249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D8673-E18F-53E1-F7AE-FAC39AD9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9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6A87A-D90D-1447-B7F0-81C1193A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D7A58-4354-29D5-3BA4-DB223F9D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7BE7E-484F-9EED-0280-85F3CB01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9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532A-7530-F06D-F083-7398754A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055C-FA00-D5E4-EA75-C4206B6F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47FAC-A119-9D92-2D01-C89B3D814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80BFA-9ED8-E0C1-015B-E478AF00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E9129-FACA-9E1A-5007-2B5B4EB7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37DA2-992C-F5F6-9B54-E39A38EA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0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81909-B401-D325-730A-53E20D38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20E7B9-D0E0-A642-B553-0985354A9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A8830-43E8-893B-E5A2-D4A7A3B87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99A5F-D7CC-3EF9-0050-9B92995E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B3A24-0CF6-9E17-EB64-8A005B88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BBAD6-3EB4-BB80-4831-325953AB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7ADAD-9D8C-D47F-7926-C4B939B7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412B4-7C3E-3F62-70B5-BFE6CCE26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A8F53-13F6-6234-50C1-CD5CECBA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C8B82-865F-7BFA-A42A-27ADC211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89715-F1BE-BAA2-9741-93807372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1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DFC2E-57C0-8918-879D-D53053026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FB3AE-07BA-CC4C-4703-2D9C05F76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4B1B1-72B3-8DC0-9D6B-5EB01BD0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30B0D-FA36-8A3E-A8D6-A5D8E1D4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73512-77A8-EA4E-706C-0B91A983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9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79BE5-F40B-E37D-3DEB-F88EC9C2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CDC7A-55A3-32F6-2E78-BB982D8B1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B5C3D-ECB3-A5AB-5CB2-A5C133BC8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831C1-ACE8-7546-ABEA-8E262CA3803E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E5288-27F3-0612-9450-0E9C623D8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90FCB-D2EA-B600-2B55-55ABB54FC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C0068-2C73-0240-8FAD-79616F3B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4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ection of logos&#10;&#10;AI-generated content may be incorrect.">
            <a:extLst>
              <a:ext uri="{FF2B5EF4-FFF2-40B4-BE49-F238E27FC236}">
                <a16:creationId xmlns:a16="http://schemas.microsoft.com/office/drawing/2014/main" id="{42AAA8C2-4C36-699E-95E1-BCDD23350D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5017" t="5452" r="4031" b="5452"/>
          <a:stretch>
            <a:fillRect/>
          </a:stretch>
        </p:blipFill>
        <p:spPr>
          <a:xfrm>
            <a:off x="1139868" y="0"/>
            <a:ext cx="10020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75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Diar Abdlkarim (Psychology)</dc:creator>
  <cp:lastModifiedBy>Diar Abdlkarim (Psychology)</cp:lastModifiedBy>
  <cp:revision>1</cp:revision>
  <dcterms:created xsi:type="dcterms:W3CDTF">2025-09-27T21:32:58Z</dcterms:created>
  <dcterms:modified xsi:type="dcterms:W3CDTF">2025-09-27T21:34:43Z</dcterms:modified>
</cp:coreProperties>
</file>